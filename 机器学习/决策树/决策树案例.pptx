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7"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5"/>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r>
              <a:rPr lang="zh-CN" altLang="en-US" dirty="0" smtClean="0"/>
              <a:t>红酒分类</a:t>
            </a:r>
            <a:endParaRPr lang="zh-CN" altLang="en-US" dirty="0"/>
          </a:p>
        </p:txBody>
      </p:sp>
      <p:sp>
        <p:nvSpPr>
          <p:cNvPr id="3" name="内容占位符 2"/>
          <p:cNvSpPr>
            <a:spLocks noGrp="1"/>
          </p:cNvSpPr>
          <p:nvPr>
            <p:ph idx="1"/>
          </p:nvPr>
        </p:nvSpPr>
        <p:spPr>
          <a:xfrm>
            <a:off x="767408" y="1577354"/>
            <a:ext cx="10679360" cy="4659958"/>
          </a:xfrm>
        </p:spPr>
        <p:txBody>
          <a:bodyPr>
            <a:normAutofit/>
          </a:bodyPr>
          <a:lstStyle/>
          <a:p>
            <a:r>
              <a:rPr lang="en-US" altLang="zh-CN" dirty="0" err="1"/>
              <a:t>Scikit</a:t>
            </a:r>
            <a:r>
              <a:rPr lang="en-US" altLang="zh-CN" dirty="0"/>
              <a:t>-learn</a:t>
            </a:r>
            <a:r>
              <a:rPr lang="zh-CN" altLang="en-US" dirty="0"/>
              <a:t>库中的红酒数据包含</a:t>
            </a:r>
            <a:r>
              <a:rPr lang="en-US" altLang="zh-CN" dirty="0"/>
              <a:t>178</a:t>
            </a:r>
            <a:r>
              <a:rPr lang="zh-CN" altLang="en-US" dirty="0"/>
              <a:t>个样本、</a:t>
            </a:r>
            <a:r>
              <a:rPr lang="en-US" altLang="zh-CN" dirty="0"/>
              <a:t>13</a:t>
            </a:r>
            <a:r>
              <a:rPr lang="zh-CN" altLang="en-US" dirty="0"/>
              <a:t>个特征（即酒精、苹果酸、类黄酮等）与</a:t>
            </a:r>
            <a:r>
              <a:rPr lang="en-US" altLang="zh-CN" dirty="0"/>
              <a:t>3</a:t>
            </a:r>
            <a:r>
              <a:rPr lang="zh-CN" altLang="en-US" dirty="0"/>
              <a:t>种类别，利用决策树构建红酒分类模型以对红酒进行分类。</a:t>
            </a:r>
            <a:endParaRPr lang="zh-CN" altLang="en-US" dirty="0"/>
          </a:p>
          <a:p>
            <a:r>
              <a:rPr lang="zh-CN" altLang="en-US" dirty="0"/>
              <a:t>（</a:t>
            </a:r>
            <a:r>
              <a:rPr lang="en-US" altLang="zh-CN" dirty="0"/>
              <a:t>1</a:t>
            </a:r>
            <a:r>
              <a:rPr lang="zh-CN" altLang="en-US" dirty="0"/>
              <a:t>）问题描述</a:t>
            </a:r>
            <a:endParaRPr lang="zh-CN" altLang="en-US" dirty="0"/>
          </a:p>
          <a:p>
            <a:r>
              <a:rPr lang="zh-CN" altLang="en-US" dirty="0"/>
              <a:t>红酒的不同构成元素对红酒分类具有重要的影响，利用决策树算法对红酒数据进行分析：</a:t>
            </a:r>
            <a:endParaRPr lang="zh-CN" altLang="en-US" dirty="0"/>
          </a:p>
          <a:p>
            <a:r>
              <a:rPr lang="zh-CN" altLang="en-US" dirty="0"/>
              <a:t>①对比不同深度时决策树的精度变化。</a:t>
            </a:r>
            <a:endParaRPr lang="zh-CN" altLang="en-US" dirty="0"/>
          </a:p>
          <a:p>
            <a:r>
              <a:rPr lang="zh-CN" altLang="en-US" dirty="0"/>
              <a:t>②分析决策树构建时各特征的重要性。</a:t>
            </a:r>
            <a:endParaRPr lang="zh-CN" altLang="en-US" dirty="0"/>
          </a:p>
          <a:p>
            <a:r>
              <a:rPr lang="zh-CN" altLang="en-US" dirty="0"/>
              <a:t>③对决策树结构进行可视化展示。</a:t>
            </a:r>
            <a:endParaRPr lang="zh-CN" altLang="en-US" dirty="0"/>
          </a:p>
          <a:p>
            <a:r>
              <a:rPr lang="zh-CN" altLang="en-US" dirty="0"/>
              <a:t>（</a:t>
            </a:r>
            <a:r>
              <a:rPr lang="en-US" altLang="zh-CN" dirty="0"/>
              <a:t>2</a:t>
            </a:r>
            <a:r>
              <a:rPr lang="zh-CN" altLang="en-US" dirty="0"/>
              <a:t>）编程</a:t>
            </a:r>
            <a:r>
              <a:rPr lang="zh-CN" altLang="en-US" dirty="0" smtClean="0"/>
              <a:t>实现   见红酒分类</a:t>
            </a:r>
            <a:r>
              <a:rPr lang="en-US" altLang="zh-CN" dirty="0" smtClean="0"/>
              <a:t>.</a:t>
            </a:r>
            <a:r>
              <a:rPr lang="en-US" altLang="zh-CN" dirty="0" err="1" smtClean="0"/>
              <a:t>py</a:t>
            </a:r>
            <a:endParaRPr lang="zh-CN" altLang="en-US" dirty="0"/>
          </a:p>
          <a:p>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薪水预测</a:t>
            </a:r>
            <a:r>
              <a:rPr lang="en-US" altLang="zh-CN" dirty="0" smtClean="0"/>
              <a:t> </a:t>
            </a:r>
            <a:endParaRPr lang="zh-CN" altLang="en-US" dirty="0"/>
          </a:p>
        </p:txBody>
      </p:sp>
      <p:sp>
        <p:nvSpPr>
          <p:cNvPr id="3" name="内容占位符 2"/>
          <p:cNvSpPr>
            <a:spLocks noGrp="1"/>
          </p:cNvSpPr>
          <p:nvPr>
            <p:ph idx="1"/>
          </p:nvPr>
        </p:nvSpPr>
        <p:spPr/>
        <p:txBody>
          <a:bodyPr>
            <a:normAutofit fontScale="85000"/>
          </a:bodyPr>
          <a:lstStyle/>
          <a:p>
            <a:r>
              <a:rPr lang="zh-CN" altLang="en-US" dirty="0" smtClean="0"/>
              <a:t>对</a:t>
            </a:r>
            <a:r>
              <a:rPr lang="zh-CN" altLang="en-US" dirty="0"/>
              <a:t>企业员工的薪水高低进行预测以及相关因素进行分析有利于提高求职人员的成功率及企业对人事管理的效率。一般情况下，如表</a:t>
            </a:r>
            <a:r>
              <a:rPr lang="en-US" altLang="zh-CN" dirty="0"/>
              <a:t>7-5</a:t>
            </a:r>
            <a:r>
              <a:rPr lang="zh-CN" altLang="en-US" dirty="0"/>
              <a:t>所示，企业员工的薪水（</a:t>
            </a:r>
            <a:r>
              <a:rPr lang="en-US" altLang="zh-CN" dirty="0"/>
              <a:t>Y:Salary</a:t>
            </a:r>
            <a:r>
              <a:rPr lang="zh-CN" altLang="en-US" dirty="0"/>
              <a:t>）通常与年龄（</a:t>
            </a:r>
            <a:r>
              <a:rPr lang="en-US" altLang="zh-CN" dirty="0"/>
              <a:t>F1:Age</a:t>
            </a:r>
            <a:r>
              <a:rPr lang="zh-CN" altLang="en-US" dirty="0"/>
              <a:t>）、性别（</a:t>
            </a:r>
            <a:r>
              <a:rPr lang="en-US" altLang="zh-CN" dirty="0"/>
              <a:t>F2:Gender</a:t>
            </a:r>
            <a:r>
              <a:rPr lang="zh-CN" altLang="en-US" dirty="0"/>
              <a:t>）、文化程度（</a:t>
            </a:r>
            <a:r>
              <a:rPr lang="en-US" altLang="zh-CN" dirty="0"/>
              <a:t>F3: Education Level</a:t>
            </a:r>
            <a:r>
              <a:rPr lang="zh-CN" altLang="en-US" dirty="0"/>
              <a:t>）、工作经验（</a:t>
            </a:r>
            <a:r>
              <a:rPr lang="en-US" altLang="zh-CN" dirty="0"/>
              <a:t>F4: Years of Experience</a:t>
            </a:r>
            <a:r>
              <a:rPr lang="zh-CN" altLang="en-US" dirty="0"/>
              <a:t>）等因素相关，因而，在已知输入</a:t>
            </a:r>
            <a:r>
              <a:rPr lang="en-US" altLang="zh-CN" dirty="0"/>
              <a:t>X(F_1,F_2,F_3,F_4 )</a:t>
            </a:r>
            <a:r>
              <a:rPr lang="zh-CN" altLang="en-US" dirty="0"/>
              <a:t>与输出</a:t>
            </a:r>
            <a:r>
              <a:rPr lang="en-US" altLang="zh-CN" dirty="0"/>
              <a:t>Y</a:t>
            </a:r>
            <a:r>
              <a:rPr lang="zh-CN" altLang="en-US" dirty="0"/>
              <a:t>相关数据的基础上，可利用决策树以求解相应的回归问题以实现企业员工薪水的预测。</a:t>
            </a:r>
            <a:endParaRPr lang="zh-CN" altLang="en-US" dirty="0"/>
          </a:p>
          <a:p>
            <a:r>
              <a:rPr lang="zh-CN" altLang="en-US" dirty="0"/>
              <a:t>（</a:t>
            </a:r>
            <a:r>
              <a:rPr lang="en-US" altLang="zh-CN" dirty="0"/>
              <a:t>1</a:t>
            </a:r>
            <a:r>
              <a:rPr lang="zh-CN" altLang="en-US" dirty="0"/>
              <a:t>）问题描述</a:t>
            </a:r>
            <a:endParaRPr lang="zh-CN" altLang="en-US" dirty="0"/>
          </a:p>
          <a:p>
            <a:r>
              <a:rPr lang="zh-CN" altLang="en-US" dirty="0"/>
              <a:t>利用表</a:t>
            </a:r>
            <a:r>
              <a:rPr lang="en-US" altLang="zh-CN" dirty="0"/>
              <a:t>7-5</a:t>
            </a:r>
            <a:r>
              <a:rPr lang="zh-CN" altLang="en-US" dirty="0"/>
              <a:t>所示数据构建决策树回归模型以实现企业员工的薪水预测，具体要求如下：</a:t>
            </a:r>
            <a:endParaRPr lang="zh-CN" altLang="en-US" dirty="0"/>
          </a:p>
          <a:p>
            <a:r>
              <a:rPr lang="zh-CN" altLang="en-US" dirty="0"/>
              <a:t>①对不同特征之间的相关性进行可视化分析。</a:t>
            </a:r>
            <a:endParaRPr lang="zh-CN" altLang="en-US" dirty="0"/>
          </a:p>
          <a:p>
            <a:r>
              <a:rPr lang="zh-CN" altLang="en-US" dirty="0"/>
              <a:t>②分析决策树在不同最大深度时的拟合优度以确定最优最大深度。</a:t>
            </a:r>
            <a:endParaRPr lang="zh-CN" altLang="en-US" dirty="0"/>
          </a:p>
          <a:p>
            <a:r>
              <a:rPr lang="zh-CN" altLang="en-US" dirty="0"/>
              <a:t>③对不同特征的重要性进行可视化。</a:t>
            </a:r>
            <a:endParaRPr lang="zh-CN" altLang="en-US" dirty="0"/>
          </a:p>
          <a:p>
            <a:r>
              <a:rPr lang="zh-CN" altLang="en-US" dirty="0"/>
              <a:t>（</a:t>
            </a:r>
            <a:r>
              <a:rPr lang="en-US" altLang="zh-CN" dirty="0"/>
              <a:t>2</a:t>
            </a:r>
            <a:r>
              <a:rPr lang="zh-CN" altLang="en-US" dirty="0"/>
              <a:t>）编程</a:t>
            </a:r>
            <a:r>
              <a:rPr lang="zh-CN" altLang="en-US" dirty="0" smtClean="0"/>
              <a:t>实现   </a:t>
            </a:r>
            <a:r>
              <a:rPr lang="zh-CN" altLang="en-US" dirty="0" smtClean="0"/>
              <a:t>见</a:t>
            </a:r>
            <a:r>
              <a:rPr lang="zh-CN" altLang="en-US" dirty="0"/>
              <a:t>薪水</a:t>
            </a:r>
            <a:r>
              <a:rPr lang="zh-CN" altLang="en-US" dirty="0" smtClean="0"/>
              <a:t>预测</a:t>
            </a:r>
            <a:r>
              <a:rPr lang="en-US" altLang="zh-CN" dirty="0" smtClean="0"/>
              <a:t>.</a:t>
            </a:r>
            <a:r>
              <a:rPr lang="en-US" altLang="zh-CN" dirty="0" err="1" smtClean="0"/>
              <a:t>py</a:t>
            </a:r>
            <a:endParaRPr lang="zh-CN" altLang="en-US" dirty="0"/>
          </a:p>
          <a:p>
            <a:endParaRPr lang="zh-CN" altLang="en-US" dirty="0" smtClean="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567</Words>
  <Application>WPS 演示</Application>
  <PresentationFormat>宽屏</PresentationFormat>
  <Paragraphs>29</Paragraphs>
  <Slides>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Wingdings</vt:lpstr>
      <vt:lpstr>微软雅黑</vt:lpstr>
      <vt:lpstr>Arial Unicode MS</vt:lpstr>
      <vt:lpstr>Calibri</vt:lpstr>
      <vt:lpstr>WPS</vt:lpstr>
      <vt:lpstr> 7.2.1 红酒分类</vt:lpstr>
      <vt:lpstr> 7.2.2 薪水预测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静水</cp:lastModifiedBy>
  <cp:revision>157</cp:revision>
  <dcterms:created xsi:type="dcterms:W3CDTF">2019-06-19T02:08:00Z</dcterms:created>
  <dcterms:modified xsi:type="dcterms:W3CDTF">2026-03-23T07:26:30Z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D8A3BC3A35D94B2B9A0529A0D29471E6_11</vt:lpwstr>
  </property>
</Properties>
</file>